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b_deploy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a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agent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b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c_tr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d_hones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g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vers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too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mo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_hau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b_feas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